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4401800" cy="8285163"/>
  <p:notesSz cx="7315200" cy="96012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Tahoma" panose="020B0604030504040204" pitchFamily="3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10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22" y="108"/>
      </p:cViewPr>
      <p:guideLst>
        <p:guide orient="horz" pos="2610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B8BF5-08F8-4E31-BB51-450743AB793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ELC Summer Internship-2023, Thapar Institute of Engineering and Technology (TIET), Patiala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5117E-0E3E-4E4D-9892-22973E5BD8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407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41375" y="1200150"/>
            <a:ext cx="5632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mtClean="0"/>
              <a:t>ELC Summer Internship-2023, Thapar Institute of Engineering and Technology (TIET), Patiala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2564213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42963" y="1200150"/>
            <a:ext cx="56292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mtClean="0"/>
              <a:t>ELC Summer Internship-2023, Thapar Institute of Engineering and Technology (TIET), Patiala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080135" y="2573771"/>
            <a:ext cx="12241530" cy="177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160270" y="4694926"/>
            <a:ext cx="10081260" cy="211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137643" y="5323985"/>
            <a:ext cx="12241530" cy="164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  <a:defRPr sz="57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1137643" y="3511606"/>
            <a:ext cx="12241530" cy="181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b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20090" y="1933205"/>
            <a:ext cx="6360795" cy="546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482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marL="914400" lvl="1" indent="-4445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marL="1371600" lvl="2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marL="2743200" lvl="5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marL="3200400" lvl="6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marL="3657600" lvl="7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marL="4114800" lvl="8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7320915" y="1933205"/>
            <a:ext cx="6360795" cy="546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482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marL="914400" lvl="1" indent="-4445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marL="1371600" lvl="2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marL="2743200" lvl="5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marL="3200400" lvl="6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marL="3657600" lvl="7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marL="4114800" lvl="8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720090" y="1854573"/>
            <a:ext cx="6363296" cy="77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b" anchorCtr="0">
            <a:normAutofit/>
          </a:bodyPr>
          <a:lstStyle>
            <a:lvl1pPr marL="457200" lvl="0" indent="-228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1"/>
            </a:lvl1pPr>
            <a:lvl2pPr marL="914400" lvl="1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3pPr>
            <a:lvl4pPr marL="1828800" lvl="3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4pPr>
            <a:lvl5pPr marL="2286000" lvl="4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5pPr>
            <a:lvl6pPr marL="2743200" lvl="5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6pPr>
            <a:lvl7pPr marL="3200400" lvl="6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7pPr>
            <a:lvl8pPr marL="3657600" lvl="7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8pPr>
            <a:lvl9pPr marL="4114800" lvl="8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720090" y="2627470"/>
            <a:ext cx="6363296" cy="477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4445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marL="3200400" lvl="6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marL="3657600" lvl="7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marL="4114800" lvl="8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3"/>
          </p:nvPr>
        </p:nvSpPr>
        <p:spPr>
          <a:xfrm>
            <a:off x="7315915" y="1854573"/>
            <a:ext cx="6365796" cy="77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b" anchorCtr="0">
            <a:normAutofit/>
          </a:bodyPr>
          <a:lstStyle>
            <a:lvl1pPr marL="457200" lvl="0" indent="-228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 b="1"/>
            </a:lvl1pPr>
            <a:lvl2pPr marL="914400" lvl="1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2pPr>
            <a:lvl3pPr marL="1371600" lvl="2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3pPr>
            <a:lvl4pPr marL="1828800" lvl="3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4pPr>
            <a:lvl5pPr marL="2286000" lvl="4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5pPr>
            <a:lvl6pPr marL="2743200" lvl="5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6pPr>
            <a:lvl7pPr marL="3200400" lvl="6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7pPr>
            <a:lvl8pPr marL="3657600" lvl="7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8pPr>
            <a:lvl9pPr marL="4114800" lvl="8" indent="-228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4"/>
          </p:nvPr>
        </p:nvSpPr>
        <p:spPr>
          <a:xfrm>
            <a:off x="7315915" y="2627470"/>
            <a:ext cx="6365796" cy="477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4445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marL="2743200" lvl="5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marL="3200400" lvl="6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marL="3657600" lvl="7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marL="4114800" lvl="8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720091" y="329872"/>
            <a:ext cx="4738093" cy="14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630704" y="329873"/>
            <a:ext cx="8051006" cy="7071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5143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  <a:defRPr sz="4500"/>
            </a:lvl1pPr>
            <a:lvl2pPr marL="914400" lvl="1" indent="-482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marL="1371600" lvl="2" indent="-4445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marL="1828800" lvl="3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4pPr>
            <a:lvl5pPr marL="2286000" lvl="4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»"/>
              <a:defRPr sz="2800"/>
            </a:lvl5pPr>
            <a:lvl6pPr marL="2743200" lvl="5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marL="3200400" lvl="6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marL="3657600" lvl="7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marL="4114800" lvl="8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720091" y="1733748"/>
            <a:ext cx="4738093" cy="566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822854" y="5799614"/>
            <a:ext cx="8641080" cy="68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>
            <a:spLocks noGrp="1"/>
          </p:cNvSpPr>
          <p:nvPr>
            <p:ph type="pic" idx="2"/>
          </p:nvPr>
        </p:nvSpPr>
        <p:spPr>
          <a:xfrm>
            <a:off x="2822854" y="740295"/>
            <a:ext cx="8641080" cy="497109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2822854" y="6484292"/>
            <a:ext cx="8641080" cy="9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4466987" y="-1813692"/>
            <a:ext cx="5467825" cy="1296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 rot="5400000">
            <a:off x="8526888" y="2246208"/>
            <a:ext cx="7069239" cy="324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1926063" y="-874182"/>
            <a:ext cx="7069239" cy="948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20090" y="331790"/>
            <a:ext cx="12961620" cy="138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Calibri"/>
              <a:buNone/>
              <a:defRPr sz="6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20090" y="1933205"/>
            <a:ext cx="12961620" cy="546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rmAutofit/>
          </a:bodyPr>
          <a:lstStyle>
            <a:lvl1pPr marL="457200" marR="0" lvl="0" indent="-51435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Char char="•"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82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–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44500" algn="l" rtl="0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200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920615" y="7679119"/>
            <a:ext cx="456057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321290" y="7679119"/>
            <a:ext cx="3360420" cy="44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5294"/>
            <a:ext cx="144018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lvl="0" algn="ctr"/>
            <a:r>
              <a:rPr lang="en-IN" sz="3600" i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776980" y="-4695"/>
            <a:ext cx="10719962" cy="62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625" tIns="64800" rIns="129625" bIns="64800" anchor="t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1" name="Google Shape;151;p18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32" y="6739"/>
            <a:ext cx="1167063" cy="62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0;p19" descr="29790259_1872610862758572_5227630052780236864_n.png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 l="19111" r="19259" b="29046"/>
          <a:stretch/>
        </p:blipFill>
        <p:spPr>
          <a:xfrm>
            <a:off x="13848347" y="6740"/>
            <a:ext cx="542740" cy="6248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1558307" y="8097253"/>
            <a:ext cx="11157308" cy="187910"/>
          </a:xfrm>
        </p:spPr>
        <p:txBody>
          <a:bodyPr/>
          <a:lstStyle/>
          <a:p>
            <a:r>
              <a:rPr lang="en-IN" sz="1200" dirty="0" smtClean="0">
                <a:solidFill>
                  <a:srgbClr val="C00000"/>
                </a:solidFill>
              </a:rPr>
              <a:t>ELC Summer </a:t>
            </a:r>
            <a:r>
              <a:rPr lang="en-IN" sz="1200" dirty="0" smtClean="0">
                <a:solidFill>
                  <a:srgbClr val="C00000"/>
                </a:solidFill>
              </a:rPr>
              <a:t>Internship-2026, </a:t>
            </a:r>
            <a:r>
              <a:rPr lang="en-IN" sz="1200" dirty="0">
                <a:solidFill>
                  <a:srgbClr val="C00000"/>
                </a:solidFill>
              </a:rPr>
              <a:t>Experiential Learning </a:t>
            </a:r>
            <a:r>
              <a:rPr lang="en-IN" sz="1200" dirty="0" smtClean="0">
                <a:solidFill>
                  <a:srgbClr val="C00000"/>
                </a:solidFill>
              </a:rPr>
              <a:t>Centre, </a:t>
            </a:r>
            <a:r>
              <a:rPr lang="en-US" sz="1200" dirty="0" smtClean="0">
                <a:solidFill>
                  <a:srgbClr val="C00000"/>
                </a:solidFill>
              </a:rPr>
              <a:t>Thapar </a:t>
            </a:r>
            <a:r>
              <a:rPr lang="en-US" sz="1200" dirty="0">
                <a:solidFill>
                  <a:srgbClr val="C00000"/>
                </a:solidFill>
              </a:rPr>
              <a:t>Institute of Engineering and Technology (TIET), </a:t>
            </a:r>
            <a:r>
              <a:rPr lang="en-US" sz="1200" dirty="0" smtClean="0">
                <a:solidFill>
                  <a:srgbClr val="C00000"/>
                </a:solidFill>
              </a:rPr>
              <a:t>Patiala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82073" y="653071"/>
            <a:ext cx="1382019" cy="76328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Name and pics of the Students and Mentors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911136" y="3845925"/>
            <a:ext cx="809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 your creativity to populate the poster with good quality images/ Flow charts/ </a:t>
            </a:r>
            <a:r>
              <a:rPr lang="en-IN" dirty="0" err="1" smtClean="0"/>
              <a:t>algo</a:t>
            </a:r>
            <a:r>
              <a:rPr lang="en-IN" dirty="0" smtClean="0"/>
              <a:t> steps/ process etc. to create a good quality poster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1815894" y="7269500"/>
            <a:ext cx="108107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000" dirty="0" smtClean="0"/>
              <a:t>Add QR Code to link to the Video and or PDF of the Project Presentation</a:t>
            </a:r>
            <a:endParaRPr lang="en-IN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85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Tahoma</vt:lpstr>
      <vt:lpstr>Times New Roman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RKDuvedi</dc:creator>
  <cp:lastModifiedBy>RKD</cp:lastModifiedBy>
  <cp:revision>9</cp:revision>
  <dcterms:modified xsi:type="dcterms:W3CDTF">2026-07-17T10:39:25Z</dcterms:modified>
</cp:coreProperties>
</file>